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8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330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14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08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459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56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58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37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63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3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67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013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21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81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94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45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52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87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436037" cy="2550877"/>
          </a:xfrm>
        </p:spPr>
        <p:txBody>
          <a:bodyPr/>
          <a:lstStyle/>
          <a:p>
            <a:r>
              <a:rPr dirty="0"/>
              <a:t>My Learning Journey from </a:t>
            </a:r>
            <a:r>
              <a:rPr lang="en-IN" dirty="0"/>
              <a:t>AWS</a:t>
            </a:r>
            <a:r>
              <a:rPr dirty="0"/>
              <a:t> </a:t>
            </a:r>
            <a:r>
              <a:rPr dirty="0" err="1"/>
              <a:t>re:Invent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Dec 1–5 | AI, AWS &amp; Agentic Systems</a:t>
            </a:r>
          </a:p>
          <a:p>
            <a:r>
              <a:rPr dirty="0"/>
              <a:t>Presented by R Balaji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About </a:t>
            </a:r>
            <a:r>
              <a:rPr lang="en-IN" dirty="0"/>
              <a:t>AWS</a:t>
            </a:r>
            <a:r>
              <a:rPr dirty="0"/>
              <a:t> </a:t>
            </a:r>
            <a:r>
              <a:rPr dirty="0" err="1"/>
              <a:t>re:Invent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Multi-day technology learning event (Dec 1–5)</a:t>
            </a:r>
          </a:p>
          <a:p>
            <a:r>
              <a:rPr dirty="0"/>
              <a:t>Focus on AI, Generative AI, AWS &amp; Agentic Systems</a:t>
            </a:r>
          </a:p>
          <a:p>
            <a:r>
              <a:rPr dirty="0"/>
              <a:t>Sessions by industry leaders, CEOs, and technical experts</a:t>
            </a:r>
          </a:p>
          <a:p>
            <a:r>
              <a:rPr dirty="0"/>
              <a:t>I attended </a:t>
            </a:r>
            <a:r>
              <a:rPr lang="en-IN" dirty="0"/>
              <a:t>5</a:t>
            </a:r>
            <a:r>
              <a:rPr dirty="0"/>
              <a:t> highly impactful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Keynote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Inspiring keynote by CEO and Swami Shiva Subramanyam</a:t>
            </a:r>
          </a:p>
          <a:p>
            <a:r>
              <a:t>Focus on mindset over tools</a:t>
            </a:r>
          </a:p>
          <a:p>
            <a:r>
              <a:t>AI systems should be scalable, responsible, and trusted</a:t>
            </a:r>
          </a:p>
          <a:p>
            <a:r>
              <a:t>Importance of Human-in-the-Loop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Agents – Core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Agents are the future of enterprise automation</a:t>
            </a:r>
          </a:p>
          <a:p>
            <a:r>
              <a:t>Agents go beyond chatbots to act, reason, and decide</a:t>
            </a:r>
          </a:p>
          <a:p>
            <a:r>
              <a:t>Designed for real-world problem solving</a:t>
            </a:r>
          </a:p>
          <a:p>
            <a:r>
              <a:t>Evaluation and governance are critical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Architecture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– Foundation LLM or multimodal model</a:t>
            </a:r>
          </a:p>
          <a:p>
            <a:r>
              <a:t>Code – Logic and orchestration</a:t>
            </a:r>
          </a:p>
          <a:p>
            <a:r>
              <a:t>Tools – APIs, workflows, integrations</a:t>
            </a:r>
          </a:p>
          <a:p>
            <a:r>
              <a:t>Memory – Learning from experience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Memory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Memory enables agents to learn from past interactions</a:t>
            </a:r>
          </a:p>
          <a:p>
            <a:r>
              <a:t>Behavior tracking and feedback loops</a:t>
            </a:r>
          </a:p>
          <a:p>
            <a:r>
              <a:t>Reinforcement fine-tuning in Amazon Bedrock</a:t>
            </a:r>
          </a:p>
          <a:p>
            <a:r>
              <a:t>Continuous improvement over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Bedrock &amp; 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Managed platform for building GenAI applications</a:t>
            </a:r>
          </a:p>
          <a:p>
            <a:r>
              <a:t>Amazon Nova: Lite, Pro, Omni models</a:t>
            </a:r>
          </a:p>
          <a:p>
            <a:r>
              <a:t>Supports text, multimodal reasoning, and image generation</a:t>
            </a:r>
          </a:p>
          <a:p>
            <a:r>
              <a:t>Enterprise-grade security and scalability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Bring Your Own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 custom models using enterprise data</a:t>
            </a:r>
          </a:p>
          <a:p>
            <a:r>
              <a:t>Fine-tune or build models from scratch</a:t>
            </a:r>
          </a:p>
          <a:p>
            <a:r>
              <a:t>Amazon Nova Forge for open training models</a:t>
            </a:r>
          </a:p>
          <a:p>
            <a:r>
              <a:t>Examples: Cohere, Stability, etc.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Factory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Domain-specific AI systems at scale</a:t>
            </a:r>
          </a:p>
          <a:p>
            <a:r>
              <a:t>Combines data, models, evaluation, and governance</a:t>
            </a:r>
          </a:p>
          <a:p>
            <a:r>
              <a:t>Focus on reliability and trust</a:t>
            </a:r>
          </a:p>
          <a:p>
            <a:r>
              <a:t>Production-ready AI pipelines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Core Services – 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Lambda – Event-driven, durable functions</a:t>
            </a:r>
          </a:p>
          <a:p>
            <a:r>
              <a:t>Amazon S3 – Up to 5TB objects, intelligent tiering</a:t>
            </a:r>
          </a:p>
          <a:p>
            <a:r>
              <a:t>Databases – RDS, EMR, EC2, ECS</a:t>
            </a:r>
          </a:p>
          <a:p>
            <a:r>
              <a:t>Security – AWS Security Hub, FortiAgent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&amp; Security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DevOps agents improve operational excellence</a:t>
            </a:r>
          </a:p>
          <a:p>
            <a:r>
              <a:t>Faster alerts and reduced operational overhead</a:t>
            </a:r>
          </a:p>
          <a:p>
            <a:r>
              <a:t>Security-first design is mandatory for AI apps</a:t>
            </a:r>
          </a:p>
          <a:p>
            <a:r>
              <a:t>Monitoring, observability, and guardrails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about trust, not just speed</a:t>
            </a:r>
          </a:p>
          <a:p>
            <a:r>
              <a:t>Agents must be evaluated continuously</a:t>
            </a:r>
          </a:p>
          <a:p>
            <a:r>
              <a:t>Human + AI collaboration is the future</a:t>
            </a:r>
          </a:p>
          <a:p>
            <a:r>
              <a:t>Learn → Document → Apply → Improve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AWS</a:t>
            </a:r>
            <a:r>
              <a:rPr dirty="0"/>
              <a:t> re:</a:t>
            </a:r>
            <a:r>
              <a:rPr lang="en-IN" dirty="0"/>
              <a:t> </a:t>
            </a:r>
            <a:r>
              <a:rPr dirty="0"/>
              <a:t>Invent was a transformational experience</a:t>
            </a:r>
          </a:p>
          <a:p>
            <a:r>
              <a:rPr dirty="0"/>
              <a:t>Strengthened my interest in AI Agents &amp; GenAI</a:t>
            </a:r>
          </a:p>
          <a:p>
            <a:r>
              <a:rPr dirty="0"/>
              <a:t>I continue to document, build, and experiment</a:t>
            </a:r>
          </a:p>
          <a:p>
            <a:r>
              <a:rPr dirty="0"/>
              <a:t>Looking forward to applying these learnings in real projects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399</Words>
  <Application>Microsoft Office PowerPoint</Application>
  <PresentationFormat>On-screen Show (4:3)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 Boardroom</vt:lpstr>
      <vt:lpstr>My Learning Journey from AWS re:Invent</vt:lpstr>
      <vt:lpstr>About AWS re:Invent</vt:lpstr>
      <vt:lpstr>Keynote Insights</vt:lpstr>
      <vt:lpstr>AI Agents – Core Learning</vt:lpstr>
      <vt:lpstr>Agent Architecture Components</vt:lpstr>
      <vt:lpstr>Agent Memory &amp; Evaluation</vt:lpstr>
      <vt:lpstr>Amazon Bedrock &amp; Nova</vt:lpstr>
      <vt:lpstr>Bring Your Own Data</vt:lpstr>
      <vt:lpstr>AI Factory Concept</vt:lpstr>
      <vt:lpstr>AWS Core Services – Key Learnings</vt:lpstr>
      <vt:lpstr>DevOps &amp; Security Insights</vt:lpstr>
      <vt:lpstr>My Key Takeaways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 Balaji</cp:lastModifiedBy>
  <cp:revision>2</cp:revision>
  <dcterms:created xsi:type="dcterms:W3CDTF">2013-01-27T09:14:16Z</dcterms:created>
  <dcterms:modified xsi:type="dcterms:W3CDTF">2025-12-15T18:13:28Z</dcterms:modified>
  <cp:category/>
</cp:coreProperties>
</file>